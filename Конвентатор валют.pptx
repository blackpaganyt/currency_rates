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62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94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20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42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34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6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46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00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83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62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72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280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4185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634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3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549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29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96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79FE6-5460-4BB7-8806-BC3D23582E7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97AD5-9712-43AA-B403-5EB656940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526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mailto:vlasovalexanderr@gmail.com" TargetMode="External"/><Relationship Id="rId7" Type="http://schemas.openxmlformats.org/officeDocument/2006/relationships/image" Target="../media/image6.png"/><Relationship Id="rId2" Type="http://schemas.openxmlformats.org/officeDocument/2006/relationships/hyperlink" Target="mailto:hooligan.rut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github.com/BlackPaganYT/Currency_Rates" TargetMode="External"/><Relationship Id="rId4" Type="http://schemas.openxmlformats.org/officeDocument/2006/relationships/hyperlink" Target="mailto:vlasovalexanderr@yandex.ru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 smtClean="0"/>
              <a:t>Конвертер валют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Учебный проект на </a:t>
            </a:r>
            <a:r>
              <a:rPr lang="en-US" dirty="0" smtClean="0"/>
              <a:t>Python</a:t>
            </a:r>
            <a:r>
              <a:rPr lang="ru-RU" dirty="0" smtClean="0"/>
              <a:t>, сделанный Александром Власовым из ип-61. Он получает курсы валют из центрального банка российской федерации.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018" y="4819650"/>
            <a:ext cx="1752600" cy="17526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211" y="481965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495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должен уметь проект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Список задач:</a:t>
            </a:r>
            <a:endParaRPr lang="ru-RU" dirty="0"/>
          </a:p>
          <a:p>
            <a:r>
              <a:rPr lang="ru-RU" dirty="0"/>
              <a:t>получать актуальные курсы валют от ЦБ РФ (USD, EUR, CNY, GBP);</a:t>
            </a:r>
          </a:p>
          <a:p>
            <a:r>
              <a:rPr lang="ru-RU" dirty="0"/>
              <a:t>отображать курсы на текущую дату;</a:t>
            </a:r>
          </a:p>
          <a:p>
            <a:r>
              <a:rPr lang="ru-RU" dirty="0"/>
              <a:t>конвертировать заданную сумму в рублях в выбранные валюты;</a:t>
            </a:r>
          </a:p>
          <a:p>
            <a:r>
              <a:rPr lang="ru-RU" dirty="0"/>
              <a:t>иметь простой консольный интерфейс для пользователя.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87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использовано?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 3</a:t>
            </a:r>
            <a:r>
              <a:rPr lang="en-US" dirty="0"/>
              <a:t> — </a:t>
            </a:r>
            <a:r>
              <a:rPr lang="ru-RU" dirty="0"/>
              <a:t>основной язык программирования;</a:t>
            </a:r>
          </a:p>
          <a:p>
            <a:r>
              <a:rPr lang="en-US" b="1" dirty="0"/>
              <a:t>requests</a:t>
            </a:r>
            <a:r>
              <a:rPr lang="en-US" dirty="0"/>
              <a:t> — </a:t>
            </a:r>
            <a:r>
              <a:rPr lang="ru-RU" dirty="0"/>
              <a:t>для отправки </a:t>
            </a:r>
            <a:r>
              <a:rPr lang="en-US" dirty="0"/>
              <a:t>HTTP‑</a:t>
            </a:r>
            <a:r>
              <a:rPr lang="ru-RU" dirty="0"/>
              <a:t>запросов к </a:t>
            </a:r>
            <a:r>
              <a:rPr lang="en-US" dirty="0"/>
              <a:t>API </a:t>
            </a:r>
            <a:r>
              <a:rPr lang="ru-RU" dirty="0"/>
              <a:t>ЦБ;</a:t>
            </a:r>
          </a:p>
          <a:p>
            <a:r>
              <a:rPr lang="ru-RU" b="1" dirty="0" smtClean="0"/>
              <a:t>стандартная</a:t>
            </a:r>
            <a:r>
              <a:rPr lang="ru-RU" b="1" dirty="0"/>
              <a:t> библиотека </a:t>
            </a:r>
            <a:r>
              <a:rPr lang="en-US" b="1" dirty="0" err="1"/>
              <a:t>datetime</a:t>
            </a:r>
            <a:r>
              <a:rPr lang="en-US" dirty="0"/>
              <a:t> — </a:t>
            </a:r>
            <a:r>
              <a:rPr lang="ru-RU" dirty="0"/>
              <a:t>работа с датами</a:t>
            </a:r>
            <a:r>
              <a:rPr lang="ru-RU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51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проекта?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currency_rates.py </a:t>
            </a:r>
            <a:r>
              <a:rPr lang="en-US" dirty="0"/>
              <a:t>← </a:t>
            </a:r>
            <a:r>
              <a:rPr lang="ru-RU" dirty="0"/>
              <a:t>основной модуль (логика)</a:t>
            </a:r>
          </a:p>
          <a:p>
            <a:r>
              <a:rPr lang="en-US" dirty="0" smtClean="0"/>
              <a:t>main.p</a:t>
            </a:r>
            <a:r>
              <a:rPr lang="en-US" dirty="0"/>
              <a:t>y</a:t>
            </a:r>
            <a:r>
              <a:rPr lang="en-US" dirty="0" smtClean="0"/>
              <a:t> </a:t>
            </a:r>
            <a:r>
              <a:rPr lang="en-US" dirty="0"/>
              <a:t>← </a:t>
            </a:r>
            <a:r>
              <a:rPr lang="ru-RU" dirty="0"/>
              <a:t>главный файл (интерфейс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67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Логика конвертации?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Формула:</a:t>
            </a:r>
          </a:p>
          <a:p>
            <a:pPr marL="0" indent="0">
              <a:buNone/>
            </a:pPr>
            <a:r>
              <a:rPr lang="ru-RU" dirty="0" smtClean="0"/>
              <a:t>сумма_в_валюте = курс/сумма_в_рублях​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196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Взаимодействие с программой?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Пример диалога:</a:t>
            </a:r>
          </a:p>
          <a:p>
            <a:pPr marL="0" indent="0">
              <a:buNone/>
            </a:pPr>
            <a:r>
              <a:rPr lang="ru-RU" dirty="0"/>
              <a:t>Введите, что вы хотите сделать (1 — Узнать курс на сегодня; 2 — Конвертер валют в рубли): 1</a:t>
            </a:r>
          </a:p>
          <a:p>
            <a:pPr marL="0" indent="0">
              <a:buNone/>
            </a:pPr>
            <a:r>
              <a:rPr lang="ru-RU" dirty="0"/>
              <a:t>Курсы валют на 06.04.2026:</a:t>
            </a:r>
          </a:p>
          <a:p>
            <a:pPr marL="0" indent="0">
              <a:buNone/>
            </a:pPr>
            <a:r>
              <a:rPr lang="ru-RU" dirty="0"/>
              <a:t>Доллар США (USD): 92.50 руб.</a:t>
            </a:r>
          </a:p>
          <a:p>
            <a:pPr marL="0" indent="0">
              <a:buNone/>
            </a:pPr>
            <a:r>
              <a:rPr lang="ru-RU" dirty="0"/>
              <a:t>Евро (EUR): 99.80 руб.</a:t>
            </a:r>
          </a:p>
          <a:p>
            <a:pPr marL="0" indent="0">
              <a:buNone/>
            </a:pPr>
            <a:r>
              <a:rPr lang="ru-RU" dirty="0"/>
              <a:t>Китайский юань (CNY): 12.75 руб.</a:t>
            </a:r>
          </a:p>
          <a:p>
            <a:pPr marL="0" indent="0">
              <a:buNone/>
            </a:pPr>
            <a:r>
              <a:rPr lang="ru-RU" dirty="0"/>
              <a:t>Фунт стерлингов (GBP): 115.20 руб.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251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Устойчивость к </a:t>
            </a:r>
            <a:r>
              <a:rPr lang="ru-RU" dirty="0" smtClean="0"/>
              <a:t>ошибкам?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Типы ошибок и решения</a:t>
            </a:r>
            <a:r>
              <a:rPr lang="ru-RU" b="1" dirty="0" smtClean="0"/>
              <a:t>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245636"/>
              </p:ext>
            </p:extLst>
          </p:nvPr>
        </p:nvGraphicFramePr>
        <p:xfrm>
          <a:off x="1141410" y="2800714"/>
          <a:ext cx="9906000" cy="3190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  <a:gridCol w="1981200"/>
                <a:gridCol w="1981200"/>
              </a:tblGrid>
              <a:tr h="1534803">
                <a:tc>
                  <a:txBody>
                    <a:bodyPr/>
                    <a:lstStyle/>
                    <a:p>
                      <a:r>
                        <a:rPr lang="ru-RU" dirty="0" smtClean="0"/>
                        <a:t>Ошибка: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Неверный ввод суммы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Проблемы с сетью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Отсутствие 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Некорректный выбор в меню</a:t>
                      </a:r>
                      <a:endParaRPr lang="ru-RU" dirty="0"/>
                    </a:p>
                  </a:txBody>
                  <a:tcPr/>
                </a:tc>
              </a:tr>
              <a:tr h="1655380">
                <a:tc>
                  <a:txBody>
                    <a:bodyPr/>
                    <a:lstStyle/>
                    <a:p>
                      <a:r>
                        <a:rPr lang="ru-RU" dirty="0" smtClean="0"/>
                        <a:t>Решение: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try‑except </a:t>
                      </a:r>
                      <a:r>
                        <a:rPr lang="en-US" dirty="0" err="1" smtClean="0"/>
                        <a:t>ValueError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 </a:t>
                      </a:r>
                      <a:r>
                        <a:rPr lang="en-US" dirty="0" err="1" smtClean="0"/>
                        <a:t>user_rubles</a:t>
                      </a:r>
                      <a:r>
                        <a:rPr lang="en-US" dirty="0" smtClean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таймаут 10 с и </a:t>
                      </a:r>
                      <a:r>
                        <a:rPr lang="en-US" dirty="0" err="1" smtClean="0"/>
                        <a:t>response.raise_for_status</a:t>
                      </a:r>
                      <a:r>
                        <a:rPr lang="en-US" dirty="0" smtClean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проверка </a:t>
                      </a:r>
                      <a:r>
                        <a:rPr lang="ru-RU" dirty="0" err="1" smtClean="0"/>
                        <a:t>if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rates</a:t>
                      </a:r>
                      <a:r>
                        <a:rPr lang="ru-RU" dirty="0" smtClean="0"/>
                        <a:t>: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перед использованием.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обработка </a:t>
                      </a:r>
                      <a:r>
                        <a:rPr lang="ru-RU" dirty="0" err="1" smtClean="0"/>
                        <a:t>ValueError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 вывод сообщения.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68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 запустить и использовать?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ru-RU" dirty="0"/>
              <a:t>Установите </a:t>
            </a:r>
            <a:r>
              <a:rPr lang="ru-RU" dirty="0" err="1"/>
              <a:t>Python</a:t>
            </a:r>
            <a:r>
              <a:rPr lang="ru-RU" dirty="0"/>
              <a:t> 3 и </a:t>
            </a:r>
            <a:r>
              <a:rPr lang="ru-RU" dirty="0" smtClean="0"/>
              <a:t>библиотеку </a:t>
            </a:r>
            <a:r>
              <a:rPr lang="en-US" dirty="0" smtClean="0"/>
              <a:t>“requests”</a:t>
            </a:r>
            <a:r>
              <a:rPr lang="ru-RU" dirty="0" smtClean="0"/>
              <a:t> (</a:t>
            </a:r>
            <a:r>
              <a:rPr lang="en-US" dirty="0"/>
              <a:t>pip install </a:t>
            </a:r>
            <a:r>
              <a:rPr lang="en-US" dirty="0" smtClean="0"/>
              <a:t>requests</a:t>
            </a:r>
            <a:r>
              <a:rPr lang="ru-RU" dirty="0" smtClean="0"/>
              <a:t>)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Поместите </a:t>
            </a:r>
            <a:r>
              <a:rPr lang="ru-RU" dirty="0" smtClean="0"/>
              <a:t>файлы</a:t>
            </a:r>
            <a:r>
              <a:rPr lang="en-US" dirty="0" smtClean="0"/>
              <a:t> “currency_rates.py” </a:t>
            </a:r>
            <a:r>
              <a:rPr lang="ru-RU" dirty="0" smtClean="0"/>
              <a:t>и </a:t>
            </a:r>
            <a:r>
              <a:rPr lang="en-US" dirty="0" smtClean="0"/>
              <a:t>“main.py”</a:t>
            </a:r>
            <a:r>
              <a:rPr lang="ru-RU" dirty="0"/>
              <a:t> в одну папку</a:t>
            </a:r>
            <a:r>
              <a:rPr lang="ru-RU" dirty="0" smtClean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ru-RU" dirty="0" smtClean="0"/>
              <a:t>Запустите файл </a:t>
            </a:r>
            <a:r>
              <a:rPr lang="en-US" dirty="0" smtClean="0"/>
              <a:t>“main.py”</a:t>
            </a:r>
            <a:r>
              <a:rPr lang="ru-RU" dirty="0" smtClean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ru-RU" dirty="0" smtClean="0"/>
              <a:t>Выберите</a:t>
            </a:r>
            <a:r>
              <a:rPr lang="ru-RU" dirty="0"/>
              <a:t> действие в меню.</a:t>
            </a:r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Введите сумму (если нужно).</a:t>
            </a:r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Получите результат.</a:t>
            </a:r>
          </a:p>
          <a:p>
            <a:pPr marL="457200" indent="-457200">
              <a:buFont typeface="+mj-lt"/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033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 и </a:t>
            </a:r>
            <a:r>
              <a:rPr lang="ru-RU" dirty="0" smtClean="0"/>
              <a:t>возможные перспективы?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Что сделано:</a:t>
            </a:r>
            <a:endParaRPr lang="ru-RU" dirty="0"/>
          </a:p>
          <a:p>
            <a:r>
              <a:rPr lang="ru-RU" dirty="0"/>
              <a:t>создан конвертер валют с актуальными курсами ЦБ РФ;</a:t>
            </a:r>
          </a:p>
          <a:p>
            <a:r>
              <a:rPr lang="ru-RU" dirty="0"/>
              <a:t>реализован консольный интерфейс;</a:t>
            </a:r>
          </a:p>
          <a:p>
            <a:r>
              <a:rPr lang="ru-RU" dirty="0"/>
              <a:t>обеспечена устойчивость к ошибкам.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Возможности расширения:</a:t>
            </a:r>
            <a:endParaRPr lang="ru-RU" dirty="0"/>
          </a:p>
          <a:p>
            <a:pPr>
              <a:buFont typeface="Tw Cen MT" panose="020B0602020104020603" pitchFamily="34" charset="0"/>
              <a:buChar char="+"/>
            </a:pPr>
            <a:r>
              <a:rPr lang="ru-RU" dirty="0"/>
              <a:t>добавление других валют;</a:t>
            </a:r>
          </a:p>
          <a:p>
            <a:pPr>
              <a:buFont typeface="Tw Cen MT" panose="020B0602020104020603" pitchFamily="34" charset="0"/>
              <a:buChar char="+"/>
            </a:pPr>
            <a:r>
              <a:rPr lang="ru-RU" dirty="0"/>
              <a:t>сохранение истории курсов;</a:t>
            </a:r>
          </a:p>
          <a:p>
            <a:pPr>
              <a:buFont typeface="Tw Cen MT" panose="020B0602020104020603" pitchFamily="34" charset="0"/>
              <a:buChar char="+"/>
            </a:pPr>
            <a:r>
              <a:rPr lang="ru-RU" dirty="0"/>
              <a:t>графический интерфейс (GUI);</a:t>
            </a:r>
          </a:p>
          <a:p>
            <a:pPr>
              <a:buFont typeface="Tw Cen MT" panose="020B0602020104020603" pitchFamily="34" charset="0"/>
              <a:buChar char="+"/>
            </a:pPr>
            <a:r>
              <a:rPr lang="ru-RU" dirty="0"/>
              <a:t>веб‑версия (</a:t>
            </a:r>
            <a:r>
              <a:rPr lang="ru-RU" dirty="0" err="1"/>
              <a:t>Flask</a:t>
            </a:r>
            <a:r>
              <a:rPr lang="ru-RU" dirty="0"/>
              <a:t>/</a:t>
            </a:r>
            <a:r>
              <a:rPr lang="ru-RU" dirty="0" err="1"/>
              <a:t>Django</a:t>
            </a:r>
            <a:r>
              <a:rPr lang="ru-RU" dirty="0"/>
              <a:t>);</a:t>
            </a:r>
          </a:p>
          <a:p>
            <a:pPr>
              <a:buFont typeface="Tw Cen MT" panose="020B0602020104020603" pitchFamily="34" charset="0"/>
              <a:buChar char="+"/>
            </a:pPr>
            <a:r>
              <a:rPr lang="ru-RU" dirty="0"/>
              <a:t>уведомления об изменении курса.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86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593596"/>
          </a:xfrm>
        </p:spPr>
        <p:txBody>
          <a:bodyPr>
            <a:normAutofit/>
          </a:bodyPr>
          <a:lstStyle/>
          <a:p>
            <a:pPr algn="ctr"/>
            <a:r>
              <a:rPr lang="ru-RU" sz="9600" dirty="0" smtClean="0"/>
              <a:t>ВОПРОСЫ Есть?</a:t>
            </a:r>
            <a:br>
              <a:rPr lang="ru-RU" sz="9600" dirty="0" smtClean="0"/>
            </a:br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883150" y="3781363"/>
            <a:ext cx="2422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!Если да, то задавайте!</a:t>
            </a:r>
          </a:p>
        </p:txBody>
      </p:sp>
    </p:spTree>
    <p:extLst>
      <p:ext uri="{BB962C8B-B14F-4D97-AF65-F5344CB8AC3E}">
        <p14:creationId xmlns:p14="http://schemas.microsoft.com/office/powerpoint/2010/main" val="107021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500" b="1" dirty="0" smtClean="0"/>
              <a:t>!!СПАСИБО ЗА ВНИМАНИЕ!!</a:t>
            </a:r>
            <a:endParaRPr lang="ru-RU" sz="6500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Автор проекта</a:t>
            </a:r>
            <a:r>
              <a:rPr lang="ru-RU" b="1" dirty="0" smtClean="0"/>
              <a:t>: Власов Александр Олегович</a:t>
            </a:r>
          </a:p>
          <a:p>
            <a:pPr marL="0" indent="0">
              <a:buNone/>
            </a:pPr>
            <a:r>
              <a:rPr lang="ru-RU" b="1" dirty="0"/>
              <a:t>Электронная почта</a:t>
            </a:r>
            <a:r>
              <a:rPr lang="ru-RU" b="1" dirty="0" smtClean="0"/>
              <a:t>: </a:t>
            </a:r>
            <a:endParaRPr lang="en-US" b="1" dirty="0" smtClean="0"/>
          </a:p>
          <a:p>
            <a:r>
              <a:rPr lang="en-US" b="1" dirty="0" smtClean="0">
                <a:hlinkClick r:id="rId2"/>
              </a:rPr>
              <a:t>hooligan.rut@gmail.com</a:t>
            </a:r>
            <a:endParaRPr lang="en-US" b="1" dirty="0" smtClean="0"/>
          </a:p>
          <a:p>
            <a:r>
              <a:rPr lang="en-US" b="1" dirty="0" smtClean="0">
                <a:hlinkClick r:id="rId3"/>
              </a:rPr>
              <a:t>vlasovalexanderr@gmail.com</a:t>
            </a:r>
            <a:endParaRPr lang="en-US" dirty="0" smtClean="0"/>
          </a:p>
          <a:p>
            <a:r>
              <a:rPr lang="en-US" b="1" dirty="0">
                <a:hlinkClick r:id="rId4"/>
              </a:rPr>
              <a:t>vlasovalexanderr@yandex.ru</a:t>
            </a:r>
            <a:endParaRPr lang="en-US" b="1" dirty="0"/>
          </a:p>
          <a:p>
            <a:pPr marL="0" indent="0">
              <a:buNone/>
            </a:pPr>
            <a:r>
              <a:rPr lang="ru-RU" b="1" dirty="0" smtClean="0"/>
              <a:t>Этот проект на </a:t>
            </a:r>
            <a:r>
              <a:rPr lang="en-US" b="1" dirty="0" err="1" smtClean="0"/>
              <a:t>GitHub</a:t>
            </a:r>
            <a:r>
              <a:rPr lang="en-US" b="1" dirty="0" smtClean="0"/>
              <a:t>:</a:t>
            </a:r>
            <a:r>
              <a:rPr lang="ru-RU" b="1" dirty="0" smtClean="0"/>
              <a:t> </a:t>
            </a:r>
            <a:r>
              <a:rPr lang="en-US" dirty="0" smtClean="0">
                <a:hlinkClick r:id="rId5"/>
              </a:rPr>
              <a:t>https://github.com/BlackPaganYT/Currency_Rates</a:t>
            </a:r>
            <a:endParaRPr lang="ru-RU" dirty="0" smtClean="0"/>
          </a:p>
          <a:p>
            <a:pPr marL="0" indent="0">
              <a:buNone/>
            </a:pPr>
            <a:r>
              <a:rPr lang="ru-RU" b="1" dirty="0"/>
              <a:t>Телефон</a:t>
            </a:r>
            <a:r>
              <a:rPr lang="ru-RU" b="1" dirty="0" smtClean="0"/>
              <a:t>: +7 995 315 91 89</a:t>
            </a:r>
            <a:endParaRPr lang="en-US" b="1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16" y="2814638"/>
            <a:ext cx="343134" cy="34313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16" y="2300492"/>
            <a:ext cx="343134" cy="34313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31" y="4795731"/>
            <a:ext cx="341419" cy="34141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16" y="5289549"/>
            <a:ext cx="343134" cy="34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0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91</TotalTime>
  <Words>140</Words>
  <Application>Microsoft Office PowerPoint</Application>
  <PresentationFormat>Широкоэкранный</PresentationFormat>
  <Paragraphs>66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Tw Cen MT</vt:lpstr>
      <vt:lpstr>Контур</vt:lpstr>
      <vt:lpstr>Конвертер валют</vt:lpstr>
      <vt:lpstr>Что должен уметь проект?</vt:lpstr>
      <vt:lpstr>Что использовано?</vt:lpstr>
      <vt:lpstr>Структура проекта?</vt:lpstr>
      <vt:lpstr>Логика конвертации?</vt:lpstr>
      <vt:lpstr>Взаимодействие с программой?</vt:lpstr>
      <vt:lpstr>Устойчивость к ошибкам?</vt:lpstr>
      <vt:lpstr>Как запустить и использовать?</vt:lpstr>
      <vt:lpstr>Итоги и возможные перспективы?</vt:lpstr>
      <vt:lpstr>ВОПРОСЫ Есть? </vt:lpstr>
      <vt:lpstr>!!СПАСИБО ЗА ВНИМАНИЕ!!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Конвертер валют</dc:title>
  <dc:creator>Учетная запись Майкрософт</dc:creator>
  <cp:lastModifiedBy>Учетная запись Майкрософт</cp:lastModifiedBy>
  <cp:revision>10</cp:revision>
  <dcterms:created xsi:type="dcterms:W3CDTF">2026-04-06T12:25:46Z</dcterms:created>
  <dcterms:modified xsi:type="dcterms:W3CDTF">2026-04-06T13:57:20Z</dcterms:modified>
</cp:coreProperties>
</file>