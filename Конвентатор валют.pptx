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2" r:id="rId7"/>
    <p:sldId id="263" r:id="rId8"/>
    <p:sldId id="269" r:id="rId9"/>
    <p:sldId id="270" r:id="rId10"/>
    <p:sldId id="264" r:id="rId11"/>
    <p:sldId id="265" r:id="rId12"/>
    <p:sldId id="261" r:id="rId13"/>
    <p:sldId id="266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3F3FA"/>
    <a:srgbClr val="4FC3D9"/>
    <a:srgbClr val="309DBA"/>
    <a:srgbClr val="237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9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82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pn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8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D79FE6-5460-4BB7-8806-BC3D23582E7F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97AD5-9712-43AA-B403-5EB65694064F}" type="slidenum">
              <a:rPr lang="ru-RU" smtClean="0"/>
            </a:fld>
            <a:endParaRPr lang="ru-RU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4.png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hyperlink" Target="https://github.com/BlackPaganYT/Currency_Rates" TargetMode="External"/><Relationship Id="rId3" Type="http://schemas.openxmlformats.org/officeDocument/2006/relationships/hyperlink" Target="mailto:vlasovalexanderr@yandex.ru" TargetMode="External"/><Relationship Id="rId2" Type="http://schemas.openxmlformats.org/officeDocument/2006/relationships/hyperlink" Target="mailto:vlasovalexanderr@gmail.com" TargetMode="External"/><Relationship Id="rId1" Type="http://schemas.openxmlformats.org/officeDocument/2006/relationships/hyperlink" Target="mailto:hooligan.rut@gmail.com" TargetMode="Externa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5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currency converter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Учебный проект на </a:t>
            </a:r>
            <a:r>
              <a:rPr lang="en-US" sz="2200" dirty="0" smtClean="0"/>
              <a:t>Python</a:t>
            </a:r>
            <a:r>
              <a:rPr lang="ru-RU" dirty="0" smtClean="0"/>
              <a:t>. ПРОГРАММА получает курсы валют из центрального банка российской федерации.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8018" y="4819650"/>
            <a:ext cx="1752600" cy="17526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211" y="4819650"/>
            <a:ext cx="1752600" cy="1752600"/>
          </a:xfrm>
          <a:prstGeom prst="rect">
            <a:avLst/>
          </a:prstGeom>
        </p:spPr>
      </p:pic>
      <p:sp>
        <p:nvSpPr>
          <p:cNvPr id="4" name="Текстовое поле 3"/>
          <p:cNvSpPr txBox="1"/>
          <p:nvPr/>
        </p:nvSpPr>
        <p:spPr>
          <a:xfrm>
            <a:off x="8253730" y="6144895"/>
            <a:ext cx="3938270" cy="7131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ru-RU" dirty="0" smtClean="0">
                <a:solidFill>
                  <a:srgbClr val="73F3FA"/>
                </a:solidFill>
                <a:sym typeface="+mn-ea"/>
              </a:rPr>
              <a:t>C</a:t>
            </a:r>
            <a:r>
              <a:rPr lang="ru-RU" dirty="0" smtClean="0">
                <a:solidFill>
                  <a:srgbClr val="73F3FA"/>
                </a:solidFill>
                <a:sym typeface="+mn-ea"/>
              </a:rPr>
              <a:t>делан Александром Власовым </a:t>
            </a:r>
            <a:endParaRPr lang="ru-RU" dirty="0" smtClean="0">
              <a:solidFill>
                <a:srgbClr val="73F3FA"/>
              </a:solidFill>
              <a:sym typeface="+mn-ea"/>
            </a:endParaRPr>
          </a:p>
          <a:p>
            <a:pPr algn="r"/>
            <a:r>
              <a:rPr lang="ru-RU" dirty="0" smtClean="0">
                <a:solidFill>
                  <a:srgbClr val="73F3FA"/>
                </a:solidFill>
                <a:sym typeface="+mn-ea"/>
              </a:rPr>
              <a:t>ЦТ «Кемерово»</a:t>
            </a:r>
            <a:r>
              <a:rPr lang="en-US" dirty="0" smtClean="0">
                <a:solidFill>
                  <a:srgbClr val="73F3FA"/>
                </a:solidFill>
                <a:sym typeface="+mn-ea"/>
              </a:rPr>
              <a:t>, </a:t>
            </a:r>
            <a:r>
              <a:rPr lang="ru-RU" dirty="0" smtClean="0">
                <a:solidFill>
                  <a:srgbClr val="73F3FA"/>
                </a:solidFill>
                <a:sym typeface="+mn-ea"/>
              </a:rPr>
              <a:t>ИП-61</a:t>
            </a:r>
            <a:endParaRPr lang="ru-RU" altLang="en-US" dirty="0" smtClean="0">
              <a:solidFill>
                <a:srgbClr val="73F3FA"/>
              </a:solidFill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Что должен уметь проект</a:t>
            </a:r>
            <a:r>
              <a:rPr lang="ru-RU" dirty="0"/>
              <a:t>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Список задач:</a:t>
            </a:r>
            <a:endParaRPr lang="ru-RU" dirty="0"/>
          </a:p>
          <a:p>
            <a:r>
              <a:rPr lang="ru-RU" dirty="0"/>
              <a:t>получать актуальные курсы валют от ЦБ РФ (USD, EUR, CNY, GBP);</a:t>
            </a:r>
            <a:endParaRPr lang="ru-RU" dirty="0"/>
          </a:p>
          <a:p>
            <a:r>
              <a:rPr lang="ru-RU" dirty="0"/>
              <a:t>отображать курсы на текущую дату;</a:t>
            </a:r>
            <a:endParaRPr lang="ru-RU" dirty="0"/>
          </a:p>
          <a:p>
            <a:r>
              <a:rPr lang="ru-RU" dirty="0"/>
              <a:t>конвертировать заданную сумму в рублях в выбранные валюты;</a:t>
            </a:r>
            <a:endParaRPr lang="ru-RU" dirty="0"/>
          </a:p>
          <a:p>
            <a:r>
              <a:rPr lang="ru-RU" dirty="0"/>
              <a:t>иметь простой консольный интерфейс для пользователя.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1" y="3489619"/>
            <a:ext cx="368641" cy="368641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0" y="4531699"/>
            <a:ext cx="368641" cy="368641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29" y="2934061"/>
            <a:ext cx="370182" cy="3701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971" y="4004925"/>
            <a:ext cx="369440" cy="3694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Что использовано?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Python 3</a:t>
            </a:r>
            <a:r>
              <a:rPr lang="en-US" dirty="0"/>
              <a:t> — </a:t>
            </a:r>
            <a:r>
              <a:rPr lang="ru-RU" dirty="0"/>
              <a:t>основной язык программирования;</a:t>
            </a:r>
            <a:endParaRPr lang="ru-RU" dirty="0"/>
          </a:p>
          <a:p>
            <a:r>
              <a:rPr lang="ru-RU" b="1" dirty="0">
                <a:sym typeface="+mn-ea"/>
              </a:rPr>
              <a:t>Библиотека </a:t>
            </a:r>
            <a:r>
              <a:rPr lang="en-US" sz="2800" b="1" dirty="0"/>
              <a:t>requests</a:t>
            </a:r>
            <a:r>
              <a:rPr lang="en-US" sz="2800" dirty="0"/>
              <a:t> </a:t>
            </a:r>
            <a:r>
              <a:rPr lang="en-US" dirty="0"/>
              <a:t>— </a:t>
            </a:r>
            <a:r>
              <a:rPr lang="ru-RU" dirty="0"/>
              <a:t>для отправки </a:t>
            </a:r>
            <a:r>
              <a:rPr lang="en-US" dirty="0"/>
              <a:t>HTTP</a:t>
            </a:r>
            <a:r>
              <a:rPr lang="ru-RU" altLang="en-US" dirty="0"/>
              <a:t> - </a:t>
            </a:r>
            <a:r>
              <a:rPr lang="ru-RU" dirty="0"/>
              <a:t>запросов к </a:t>
            </a:r>
            <a:r>
              <a:rPr lang="en-US" sz="2600" dirty="0"/>
              <a:t>API </a:t>
            </a:r>
            <a:r>
              <a:rPr lang="ru-RU" dirty="0"/>
              <a:t>ЦБ</a:t>
            </a:r>
            <a:r>
              <a:rPr lang="en-US" altLang="ru-RU" dirty="0"/>
              <a:t> </a:t>
            </a:r>
            <a:r>
              <a:rPr lang="ru-RU" altLang="en-US" dirty="0"/>
              <a:t>РФ</a:t>
            </a:r>
            <a:r>
              <a:rPr lang="ru-RU" dirty="0"/>
              <a:t>;</a:t>
            </a:r>
            <a:endParaRPr lang="ru-RU" dirty="0"/>
          </a:p>
          <a:p>
            <a:r>
              <a:rPr lang="ru-RU" b="1" dirty="0"/>
              <a:t>Библиотека </a:t>
            </a:r>
            <a:r>
              <a:rPr lang="en-US" sz="2800" b="1" dirty="0"/>
              <a:t>datetime</a:t>
            </a:r>
            <a:r>
              <a:rPr lang="en-US" sz="2800" dirty="0"/>
              <a:t> </a:t>
            </a:r>
            <a:r>
              <a:rPr lang="en-US" dirty="0"/>
              <a:t>— </a:t>
            </a:r>
            <a:r>
              <a:rPr lang="ru-RU" dirty="0"/>
              <a:t>работа с датами</a:t>
            </a:r>
            <a:r>
              <a:rPr lang="ru-RU" dirty="0" smtClean="0"/>
              <a:t>;</a:t>
            </a:r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Структура проекта?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currency_rates.py </a:t>
            </a:r>
            <a:r>
              <a:rPr lang="en-US" dirty="0"/>
              <a:t>← </a:t>
            </a:r>
            <a:r>
              <a:rPr lang="ru-RU" dirty="0"/>
              <a:t>основной модуль (логика)</a:t>
            </a:r>
            <a:r>
              <a:rPr lang="en-US" dirty="0"/>
              <a:t>;</a:t>
            </a:r>
            <a:endParaRPr lang="ru-RU" dirty="0"/>
          </a:p>
          <a:p>
            <a:r>
              <a:rPr lang="en-US" dirty="0" smtClean="0"/>
              <a:t>main.p</a:t>
            </a:r>
            <a:r>
              <a:rPr lang="en-US" dirty="0"/>
              <a:t>y</a:t>
            </a:r>
            <a:r>
              <a:rPr lang="en-US" dirty="0" smtClean="0"/>
              <a:t> </a:t>
            </a:r>
            <a:r>
              <a:rPr lang="en-US" dirty="0"/>
              <a:t>← </a:t>
            </a:r>
            <a:r>
              <a:rPr lang="ru-RU" dirty="0"/>
              <a:t>главный файл (интерфейс</a:t>
            </a:r>
            <a:r>
              <a:rPr lang="ru-RU" dirty="0" smtClean="0"/>
              <a:t>)</a:t>
            </a:r>
            <a:r>
              <a:rPr lang="en-US" altLang="ru-RU" dirty="0" smtClean="0"/>
              <a:t>;</a:t>
            </a:r>
            <a:endParaRPr lang="en-US" altLang="ru-RU" dirty="0" smtClean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Устойчивость к </a:t>
            </a:r>
            <a:r>
              <a:rPr lang="ru-RU" dirty="0" smtClean="0"/>
              <a:t>ошибкам?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Типы ошибок и </a:t>
            </a:r>
            <a:r>
              <a:rPr lang="ru-RU" b="1" dirty="0" smtClean="0"/>
              <a:t>их решения:</a:t>
            </a:r>
            <a:endParaRPr lang="ru-RU" b="1" dirty="0" smtClean="0"/>
          </a:p>
          <a:p>
            <a:pPr marL="0" indent="0">
              <a:buNone/>
            </a:pP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1141410" y="2800714"/>
          <a:ext cx="9906000" cy="3190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  <a:gridCol w="1981200"/>
                <a:gridCol w="1981200"/>
              </a:tblGrid>
              <a:tr h="1534803">
                <a:tc>
                  <a:txBody>
                    <a:bodyPr/>
                    <a:lstStyle/>
                    <a:p>
                      <a:r>
                        <a:rPr lang="ru-RU" dirty="0" smtClean="0"/>
                        <a:t>Ошибка:</a:t>
                      </a:r>
                      <a:endParaRPr lang="ru-RU" dirty="0"/>
                    </a:p>
                  </a:txBody>
                  <a:tcPr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Неверный ввод суммы</a:t>
                      </a:r>
                      <a:endParaRPr lang="ru-RU" dirty="0"/>
                    </a:p>
                  </a:txBody>
                  <a:tcPr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Проблемы с сетью</a:t>
                      </a:r>
                      <a:endParaRPr lang="ru-RU" dirty="0"/>
                    </a:p>
                  </a:txBody>
                  <a:tcPr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Отсутствие данных</a:t>
                      </a:r>
                      <a:endParaRPr lang="ru-RU" dirty="0"/>
                    </a:p>
                  </a:txBody>
                  <a:tcPr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Некорректный выбор в меню</a:t>
                      </a:r>
                      <a:endParaRPr lang="ru-RU" dirty="0"/>
                    </a:p>
                  </a:txBody>
                  <a:tcPr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</a:tr>
              <a:tr h="1655380">
                <a:tc>
                  <a:txBody>
                    <a:bodyPr/>
                    <a:lstStyle/>
                    <a:p>
                      <a:r>
                        <a:rPr lang="ru-RU" dirty="0" smtClean="0"/>
                        <a:t>Решение: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/>
                        <a:t>try‑except </a:t>
                      </a:r>
                      <a:r>
                        <a:rPr lang="en-US" dirty="0" err="1" smtClean="0"/>
                        <a:t>ValueError</a:t>
                      </a:r>
                      <a:r>
                        <a:rPr 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 </a:t>
                      </a:r>
                      <a:r>
                        <a:rPr lang="en-US" dirty="0" err="1" smtClean="0"/>
                        <a:t>user_rubles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таймаут 10 с и </a:t>
                      </a:r>
                      <a:r>
                        <a:rPr lang="en-US" dirty="0" err="1" smtClean="0"/>
                        <a:t>response.raise_for_status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проверка </a:t>
                      </a:r>
                      <a:r>
                        <a:rPr lang="ru-RU" dirty="0" err="1" smtClean="0"/>
                        <a:t>if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rates</a:t>
                      </a:r>
                      <a:r>
                        <a:rPr lang="ru-RU" dirty="0" smtClean="0"/>
                        <a:t>: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перед использованием.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обработка </a:t>
                      </a:r>
                      <a:r>
                        <a:rPr lang="ru-RU" dirty="0" err="1" smtClean="0"/>
                        <a:t>ValueError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и вывод сообщения.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Как запустить и использовать?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dirty="0"/>
              <a:t>Установите </a:t>
            </a:r>
            <a:r>
              <a:rPr lang="ru-RU" dirty="0" err="1"/>
              <a:t>Python</a:t>
            </a:r>
            <a:r>
              <a:rPr lang="ru-RU" dirty="0"/>
              <a:t> 3 и </a:t>
            </a:r>
            <a:r>
              <a:rPr lang="ru-RU" dirty="0" smtClean="0"/>
              <a:t>библиотеку </a:t>
            </a:r>
            <a:r>
              <a:rPr lang="en-US" dirty="0" smtClean="0"/>
              <a:t>“requests”</a:t>
            </a:r>
            <a:r>
              <a:rPr lang="ru-RU" dirty="0" smtClean="0"/>
              <a:t> (</a:t>
            </a:r>
            <a:r>
              <a:rPr lang="en-US" dirty="0"/>
              <a:t>pip install </a:t>
            </a:r>
            <a:r>
              <a:rPr lang="en-US" dirty="0" smtClean="0"/>
              <a:t>requests</a:t>
            </a:r>
            <a:r>
              <a:rPr lang="ru-RU" dirty="0" smtClean="0"/>
              <a:t>)</a:t>
            </a:r>
            <a:r>
              <a:rPr lang="en-US" altLang="ru-RU" dirty="0" smtClean="0"/>
              <a:t>;</a:t>
            </a:r>
            <a:endParaRPr lang="en-US" dirty="0" smtClean="0"/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Поместите </a:t>
            </a:r>
            <a:r>
              <a:rPr lang="ru-RU" dirty="0" smtClean="0"/>
              <a:t>файлы</a:t>
            </a:r>
            <a:r>
              <a:rPr lang="en-US" dirty="0" smtClean="0"/>
              <a:t> “Currency_rates.py” </a:t>
            </a:r>
            <a:r>
              <a:rPr lang="ru-RU" dirty="0" smtClean="0"/>
              <a:t>и </a:t>
            </a:r>
            <a:r>
              <a:rPr lang="en-US" dirty="0" smtClean="0"/>
              <a:t>“main.py”</a:t>
            </a:r>
            <a:r>
              <a:rPr lang="ru-RU" dirty="0"/>
              <a:t> в одну папку</a:t>
            </a:r>
            <a:r>
              <a:rPr lang="en-US" altLang="ru-RU" dirty="0"/>
              <a:t>;</a:t>
            </a:r>
            <a:endParaRPr lang="ru-RU" dirty="0" smtClean="0"/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Запустите файл </a:t>
            </a:r>
            <a:r>
              <a:rPr lang="en-US" dirty="0" smtClean="0"/>
              <a:t>“main.py”;</a:t>
            </a:r>
            <a:endParaRPr lang="ru-RU" dirty="0" smtClean="0"/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Выберите</a:t>
            </a:r>
            <a:r>
              <a:rPr lang="ru-RU" dirty="0"/>
              <a:t> действие в меню</a:t>
            </a:r>
            <a:r>
              <a:rPr lang="en-US" altLang="ru-RU" dirty="0"/>
              <a:t>;</a:t>
            </a:r>
            <a:endParaRPr lang="ru-RU" dirty="0"/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Введите сумму (если нужно)</a:t>
            </a:r>
            <a:r>
              <a:rPr lang="en-US" altLang="ru-RU" dirty="0"/>
              <a:t>;</a:t>
            </a:r>
            <a:endParaRPr lang="ru-RU" dirty="0"/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Получите результат.</a:t>
            </a:r>
            <a:endParaRPr lang="ru-RU" dirty="0"/>
          </a:p>
          <a:p>
            <a:pPr marL="457200" indent="-457200">
              <a:buFont typeface="+mj-lt"/>
              <a:buAutoNum type="arabicParenR"/>
            </a:pPr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Аналоги?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13" y="2818013"/>
            <a:ext cx="4054571" cy="2499359"/>
          </a:xfrm>
        </p:spPr>
      </p:pic>
      <p:sp>
        <p:nvSpPr>
          <p:cNvPr id="5" name="Прямоугольник 4"/>
          <p:cNvSpPr/>
          <p:nvPr/>
        </p:nvSpPr>
        <p:spPr>
          <a:xfrm>
            <a:off x="2383868" y="2363184"/>
            <a:ext cx="14927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-apple-system"/>
              </a:rPr>
              <a:t>XE Currency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26" y="2818013"/>
            <a:ext cx="4651585" cy="2499359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7334347" y="2363184"/>
            <a:ext cx="27745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OANDA Currency Converter</a:t>
            </a:r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Целевая аудитория?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Всевозможные банки;</a:t>
            </a:r>
            <a:endParaRPr lang="ru-RU" dirty="0" smtClean="0"/>
          </a:p>
          <a:p>
            <a:r>
              <a:rPr lang="ru-RU" dirty="0" smtClean="0"/>
              <a:t>Сайты для обмена валют;</a:t>
            </a:r>
            <a:endParaRPr lang="ru-RU" dirty="0" smtClean="0"/>
          </a:p>
          <a:p>
            <a:r>
              <a:rPr lang="ru-RU" dirty="0" smtClean="0"/>
              <a:t>Обычные пользователи;</a:t>
            </a:r>
            <a:endParaRPr lang="ru-RU" dirty="0" smtClean="0"/>
          </a:p>
          <a:p>
            <a:r>
              <a:rPr lang="ru-RU" dirty="0"/>
              <a:t>Бизнесмены и </a:t>
            </a:r>
            <a:r>
              <a:rPr lang="ru-RU" dirty="0" smtClean="0"/>
              <a:t>предприниматели;</a:t>
            </a:r>
            <a:endParaRPr lang="ru-RU" dirty="0" smtClean="0"/>
          </a:p>
          <a:p>
            <a:r>
              <a:rPr lang="ru-RU" dirty="0" smtClean="0"/>
              <a:t>Инвесторы;</a:t>
            </a:r>
            <a:endParaRPr lang="ru-RU" dirty="0" smtClean="0"/>
          </a:p>
          <a:p>
            <a:r>
              <a:rPr lang="ru-RU" dirty="0"/>
              <a:t>Финансовые </a:t>
            </a:r>
            <a:r>
              <a:rPr lang="ru-RU" dirty="0" smtClean="0"/>
              <a:t>специалисты;</a:t>
            </a: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endParaRPr lang="ru-RU" dirty="0" smtClean="0"/>
          </a:p>
          <a:p>
            <a:endParaRPr lang="ru-RU" dirty="0" smtClean="0"/>
          </a:p>
          <a:p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Переводчики и лингвисты;</a:t>
            </a:r>
            <a:endParaRPr lang="ru-RU" dirty="0"/>
          </a:p>
          <a:p>
            <a:r>
              <a:rPr lang="ru-RU" dirty="0"/>
              <a:t>Криптоэнтузиасты;</a:t>
            </a:r>
            <a:endParaRPr lang="ru-RU" dirty="0"/>
          </a:p>
          <a:p>
            <a:r>
              <a:rPr lang="ru-RU" dirty="0"/>
              <a:t>Геймеры;</a:t>
            </a:r>
            <a:endParaRPr lang="ru-RU" dirty="0"/>
          </a:p>
          <a:p>
            <a:r>
              <a:rPr lang="ru-RU" dirty="0"/>
              <a:t>Коллекционеры;</a:t>
            </a:r>
            <a:endParaRPr lang="ru-RU" dirty="0"/>
          </a:p>
          <a:p>
            <a:r>
              <a:rPr lang="ru-RU" dirty="0"/>
              <a:t>Организаторы мероприятий;</a:t>
            </a:r>
            <a:endParaRPr lang="ru-RU" dirty="0"/>
          </a:p>
          <a:p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 и </a:t>
            </a:r>
            <a:r>
              <a:rPr lang="ru-RU" dirty="0" smtClean="0"/>
              <a:t>возможные перспективы?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984250" y="2249170"/>
            <a:ext cx="5187950" cy="354203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/>
              <a:t>Что сделано:</a:t>
            </a:r>
            <a:endParaRPr lang="ru-RU" dirty="0"/>
          </a:p>
          <a:p>
            <a:r>
              <a:rPr lang="ru-RU" dirty="0"/>
              <a:t>создан конвертер валют с актуальн-ыми курсами ЦБ РФ;</a:t>
            </a:r>
            <a:endParaRPr lang="ru-RU" dirty="0"/>
          </a:p>
          <a:p>
            <a:r>
              <a:rPr lang="ru-RU" dirty="0"/>
              <a:t>реализован консольный интерфейс;</a:t>
            </a:r>
            <a:endParaRPr lang="ru-RU" dirty="0"/>
          </a:p>
          <a:p>
            <a:r>
              <a:rPr lang="ru-RU" dirty="0"/>
              <a:t>обеспечена устойчивость к </a:t>
            </a:r>
            <a:r>
              <a:rPr lang="ru-RU" dirty="0" smtClean="0"/>
              <a:t>ошибкам;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2249170"/>
            <a:ext cx="5113020" cy="354203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 smtClean="0"/>
              <a:t>Возможные</a:t>
            </a:r>
            <a:r>
              <a:rPr lang="ru-RU" b="1" dirty="0"/>
              <a:t> расширения: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 добавление других валют;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 сохранение истории курсов;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 графический интерфейс (GUI);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 smtClean="0"/>
              <a:t> веб</a:t>
            </a:r>
            <a:r>
              <a:rPr lang="en-US" altLang="ru-RU" dirty="0" smtClean="0"/>
              <a:t>  -</a:t>
            </a:r>
            <a:r>
              <a:rPr lang="ru-RU" dirty="0" smtClean="0"/>
              <a:t>версия;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 уведомления об изменении курса</a:t>
            </a:r>
            <a:r>
              <a:rPr lang="en-US" dirty="0"/>
              <a:t>;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 график </a:t>
            </a:r>
            <a:r>
              <a:rPr lang="ru-RU" dirty="0">
                <a:sym typeface="+mn-ea"/>
              </a:rPr>
              <a:t>изменения курса</a:t>
            </a:r>
            <a:r>
              <a:rPr lang="en-US" altLang="ru-RU" dirty="0">
                <a:sym typeface="+mn-ea"/>
              </a:rPr>
              <a:t>.</a:t>
            </a:r>
            <a:endParaRPr lang="ru-RU" dirty="0"/>
          </a:p>
          <a:p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6500" b="1" dirty="0" smtClean="0"/>
              <a:t>!!СПАСИБО ЗА ВНИМАНИЕ!!</a:t>
            </a:r>
            <a:endParaRPr lang="ru-RU" sz="6500" b="1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/>
              <a:t>Автор проекта</a:t>
            </a:r>
            <a:r>
              <a:rPr lang="ru-RU" b="1" dirty="0" smtClean="0"/>
              <a:t>: Власов Александр Олегович</a:t>
            </a:r>
            <a:endParaRPr lang="ru-RU" b="1" dirty="0" smtClean="0"/>
          </a:p>
          <a:p>
            <a:pPr marL="0" indent="0">
              <a:buNone/>
            </a:pPr>
            <a:r>
              <a:rPr lang="ru-RU" b="1" dirty="0"/>
              <a:t>Электронная почта</a:t>
            </a:r>
            <a:r>
              <a:rPr lang="ru-RU" b="1" dirty="0" smtClean="0"/>
              <a:t>: </a:t>
            </a:r>
            <a:endParaRPr lang="en-US" b="1" dirty="0" smtClean="0"/>
          </a:p>
          <a:p>
            <a:r>
              <a:rPr lang="en-US" b="1" dirty="0" smtClean="0">
                <a:hlinkClick r:id="rId1"/>
              </a:rPr>
              <a:t>hooligan.rut@gmail.com</a:t>
            </a:r>
            <a:endParaRPr lang="en-US" b="1" dirty="0" smtClean="0"/>
          </a:p>
          <a:p>
            <a:r>
              <a:rPr lang="en-US" b="1" dirty="0" smtClean="0">
                <a:hlinkClick r:id="rId2"/>
              </a:rPr>
              <a:t>vlasovalexanderr@gmail.com</a:t>
            </a:r>
            <a:endParaRPr lang="en-US" dirty="0" smtClean="0"/>
          </a:p>
          <a:p>
            <a:r>
              <a:rPr lang="en-US" b="1" dirty="0">
                <a:hlinkClick r:id="rId3"/>
              </a:rPr>
              <a:t>vlasovalexanderr@yandex.ru</a:t>
            </a:r>
            <a:endParaRPr lang="en-US" b="1" dirty="0"/>
          </a:p>
          <a:p>
            <a:pPr marL="0" indent="0">
              <a:buNone/>
            </a:pPr>
            <a:r>
              <a:rPr lang="ru-RU" b="1" dirty="0" smtClean="0"/>
              <a:t>Этот проект на </a:t>
            </a:r>
            <a:r>
              <a:rPr lang="en-US" b="1" dirty="0" err="1" smtClean="0"/>
              <a:t>GitHub</a:t>
            </a:r>
            <a:r>
              <a:rPr lang="en-US" b="1" dirty="0" smtClean="0"/>
              <a:t>:</a:t>
            </a:r>
            <a:r>
              <a:rPr lang="ru-RU" b="1" dirty="0" smtClean="0"/>
              <a:t> </a:t>
            </a:r>
            <a:r>
              <a:rPr lang="en-US" dirty="0" smtClean="0">
                <a:hlinkClick r:id="rId4"/>
              </a:rPr>
              <a:t>https://github.com/BlackPaganYT/Currency_Rates</a:t>
            </a:r>
            <a:endParaRPr lang="ru-RU" dirty="0" smtClean="0"/>
          </a:p>
          <a:p>
            <a:pPr marL="0" indent="0">
              <a:buNone/>
            </a:pPr>
            <a:r>
              <a:rPr lang="ru-RU" b="1" dirty="0"/>
              <a:t>Телефон</a:t>
            </a:r>
            <a:r>
              <a:rPr lang="ru-RU" b="1" dirty="0" smtClean="0"/>
              <a:t>: +7 995 315 91-89</a:t>
            </a:r>
            <a:endParaRPr lang="en-US" b="1" dirty="0" smtClean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814638"/>
            <a:ext cx="343134" cy="34313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300492"/>
            <a:ext cx="343134" cy="34313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331" y="4795731"/>
            <a:ext cx="341419" cy="34141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5289549"/>
            <a:ext cx="343134" cy="3431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Взаимодействие с программой?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b="1" dirty="0" smtClean="0"/>
              <a:t>Пример </a:t>
            </a:r>
            <a:r>
              <a:rPr lang="ru-RU" b="1" dirty="0" smtClean="0"/>
              <a:t>диалога 1:</a:t>
            </a:r>
            <a:endParaRPr lang="ru-RU" b="1" dirty="0" smtClean="0"/>
          </a:p>
          <a:p>
            <a:pPr marL="0" indent="0">
              <a:buNone/>
            </a:pPr>
            <a:r>
              <a:rPr lang="ru-RU" dirty="0"/>
              <a:t>Введите, что вы хотите сделать (1 — Узнать курс на сегодня; 2 — Конвертер валют в рубли): 1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Курсы валют на 06.04.2026: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Доллар США (USD): 92.50 руб.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Евро (EUR): 99.80 руб.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Китайский юань (CNY): 12.75 руб.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Фунт стерлингов (GBP): 115.20 руб.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Проверка Конвентатора валют">
            <a:hlinkClick r:id="" action="ppaction://media"/>
          </p:cNvPr>
          <p:cNvPicPr>
            <a:picLocks noGrp="1" noChangeAspect="1"/>
          </p:cNvPicPr>
          <p:nvPr>
            <p:ph sz="half" idx="2"/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172200" y="2649538"/>
            <a:ext cx="4875213" cy="2741612"/>
          </a:xfrm>
        </p:spPr>
      </p:pic>
      <p:sp>
        <p:nvSpPr>
          <p:cNvPr id="6" name="Прямоугольник 5"/>
          <p:cNvSpPr/>
          <p:nvPr/>
        </p:nvSpPr>
        <p:spPr>
          <a:xfrm>
            <a:off x="7556985" y="2249486"/>
            <a:ext cx="21056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b="1" dirty="0"/>
              <a:t>Пример </a:t>
            </a:r>
            <a:r>
              <a:rPr lang="ru-RU" b="1" dirty="0" smtClean="0"/>
              <a:t>диалога 2:</a:t>
            </a:r>
            <a:endParaRPr lang="ru-RU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5593596"/>
          </a:xfrm>
        </p:spPr>
        <p:txBody>
          <a:bodyPr>
            <a:normAutofit/>
          </a:bodyPr>
          <a:lstStyle/>
          <a:p>
            <a:pPr algn="ctr"/>
            <a:r>
              <a:rPr lang="ru-RU" sz="9600" dirty="0" smtClean="0"/>
              <a:t>?ВОПРОСЫ</a:t>
            </a:r>
            <a:r>
              <a:rPr lang="ru-RU" sz="9600" dirty="0"/>
              <a:t>?</a:t>
            </a:r>
            <a:br>
              <a:rPr lang="ru-RU" sz="9600" dirty="0" smtClean="0"/>
            </a:br>
            <a:endParaRPr lang="ru-RU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0</TotalTime>
  <Words>2378</Words>
  <Application>WPS Presentation</Application>
  <PresentationFormat>Широкоэкранный</PresentationFormat>
  <Paragraphs>130</Paragraphs>
  <Slides>12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3" baseType="lpstr">
      <vt:lpstr>Arial</vt:lpstr>
      <vt:lpstr>SimSun</vt:lpstr>
      <vt:lpstr>Wingdings</vt:lpstr>
      <vt:lpstr>Trebuchet MS</vt:lpstr>
      <vt:lpstr>-apple-system</vt:lpstr>
      <vt:lpstr>Segoe Print</vt:lpstr>
      <vt:lpstr>Tw Cen MT</vt:lpstr>
      <vt:lpstr>Microsoft YaHei</vt:lpstr>
      <vt:lpstr>Arial Unicode MS</vt:lpstr>
      <vt:lpstr>Calibri</vt:lpstr>
      <vt:lpstr>Контур</vt:lpstr>
      <vt:lpstr>currency converter</vt:lpstr>
      <vt:lpstr>Что должен уметь проект?</vt:lpstr>
      <vt:lpstr>Что использовано?</vt:lpstr>
      <vt:lpstr>Структура проекта?</vt:lpstr>
      <vt:lpstr>Устойчивость к ошибкам?</vt:lpstr>
      <vt:lpstr>Как запустить и использовать?</vt:lpstr>
      <vt:lpstr>Аналоги?</vt:lpstr>
      <vt:lpstr>Целевая аудитория?</vt:lpstr>
      <vt:lpstr>Итоги и возможные перспективы?</vt:lpstr>
      <vt:lpstr>!!СПАСИБО ЗА ВНИМАНИЕ!!</vt:lpstr>
      <vt:lpstr>Взаимодействие с программой?</vt:lpstr>
      <vt:lpstr>?ВОПРОСЫ?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Конвертер валют</dc:title>
  <dc:creator>Учетная запись Майкрософт</dc:creator>
  <cp:lastModifiedBy>Unicum_Student</cp:lastModifiedBy>
  <cp:revision>23</cp:revision>
  <dcterms:created xsi:type="dcterms:W3CDTF">2026-04-06T12:25:00Z</dcterms:created>
  <dcterms:modified xsi:type="dcterms:W3CDTF">2026-04-28T03:06:43Z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0317D178B4C54BB4BC9FF0DD0FE77674_12</vt:lpwstr>
  </property>
  <property fmtid="{D5CDD505-2E9C-101B-9397-08002B2CF9AE}" pid="3" name="KSOProductBuildVer">
    <vt:lpwstr>1049-12.2.0.23196</vt:lpwstr>
  </property>
</Properties>
</file>