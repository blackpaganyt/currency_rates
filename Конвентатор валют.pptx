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64" r:id="rId12"/>
    <p:sldId id="266" r:id="rId13"/>
    <p:sldId id="265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9DBA"/>
    <a:srgbClr val="237091"/>
    <a:srgbClr val="4FC3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9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82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3949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6201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54206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8342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9167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467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3000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832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29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727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2280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41852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6343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3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495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7294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967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D79FE6-5460-4BB7-8806-BC3D23582E7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1526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mailto:vlasovalexanderr@gmail.com" TargetMode="External"/><Relationship Id="rId7" Type="http://schemas.openxmlformats.org/officeDocument/2006/relationships/image" Target="../media/image12.png"/><Relationship Id="rId2" Type="http://schemas.openxmlformats.org/officeDocument/2006/relationships/hyperlink" Target="mailto:hooligan.rut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hyperlink" Target="https://github.com/BlackPaganYT/Currency_Rates" TargetMode="External"/><Relationship Id="rId4" Type="http://schemas.openxmlformats.org/officeDocument/2006/relationships/hyperlink" Target="mailto:vlasovalexanderr@yandex.ru" TargetMode="External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currency converter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Учебный проект на </a:t>
            </a:r>
            <a:r>
              <a:rPr lang="en-US" dirty="0" smtClean="0"/>
              <a:t>Python</a:t>
            </a:r>
            <a:r>
              <a:rPr lang="ru-RU" dirty="0" smtClean="0"/>
              <a:t>, сделанный Александром Власовым из ип-61. ПРОГРАММА получает курсы валют из центрального банка российской федерации.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8018" y="4819650"/>
            <a:ext cx="1752600" cy="17526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211" y="4819650"/>
            <a:ext cx="17526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54956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Что должен уметь проект</a:t>
            </a:r>
            <a:r>
              <a:rPr lang="ru-RU" dirty="0"/>
              <a:t>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Список задач:</a:t>
            </a:r>
            <a:endParaRPr lang="ru-RU" dirty="0"/>
          </a:p>
          <a:p>
            <a:r>
              <a:rPr lang="ru-RU" dirty="0"/>
              <a:t>получать актуальные курсы валют от ЦБ РФ (USD, EUR, CNY, GBP);</a:t>
            </a:r>
          </a:p>
          <a:p>
            <a:r>
              <a:rPr lang="ru-RU" dirty="0"/>
              <a:t>отображать курсы на текущую дату;</a:t>
            </a:r>
          </a:p>
          <a:p>
            <a:r>
              <a:rPr lang="ru-RU" dirty="0"/>
              <a:t>конвертировать заданную сумму в рублях в выбранные валюты;</a:t>
            </a:r>
          </a:p>
          <a:p>
            <a:r>
              <a:rPr lang="ru-RU" dirty="0"/>
              <a:t>иметь простой консольный интерфейс для пользователя.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1" y="3489619"/>
            <a:ext cx="368641" cy="368641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0" y="4531699"/>
            <a:ext cx="368641" cy="368641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29" y="2934061"/>
            <a:ext cx="370182" cy="3701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971" y="4004925"/>
            <a:ext cx="369440" cy="36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77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Что использовано?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Python 3</a:t>
            </a:r>
            <a:r>
              <a:rPr lang="en-US" dirty="0"/>
              <a:t> — </a:t>
            </a:r>
            <a:r>
              <a:rPr lang="ru-RU" dirty="0"/>
              <a:t>основной язык программирования;</a:t>
            </a:r>
          </a:p>
          <a:p>
            <a:r>
              <a:rPr lang="en-US" b="1" dirty="0"/>
              <a:t>requests</a:t>
            </a:r>
            <a:r>
              <a:rPr lang="en-US" dirty="0"/>
              <a:t> — </a:t>
            </a:r>
            <a:r>
              <a:rPr lang="ru-RU" dirty="0"/>
              <a:t>для отправки </a:t>
            </a:r>
            <a:r>
              <a:rPr lang="en-US" dirty="0"/>
              <a:t>HTTP‑</a:t>
            </a:r>
            <a:r>
              <a:rPr lang="ru-RU" dirty="0"/>
              <a:t>запросов к </a:t>
            </a:r>
            <a:r>
              <a:rPr lang="en-US" dirty="0"/>
              <a:t>API </a:t>
            </a:r>
            <a:r>
              <a:rPr lang="ru-RU" dirty="0"/>
              <a:t>ЦБ;</a:t>
            </a:r>
          </a:p>
          <a:p>
            <a:r>
              <a:rPr lang="ru-RU" b="1" dirty="0" smtClean="0"/>
              <a:t>стандартная</a:t>
            </a:r>
            <a:r>
              <a:rPr lang="ru-RU" b="1" dirty="0"/>
              <a:t> библиотека </a:t>
            </a:r>
            <a:r>
              <a:rPr lang="en-US" b="1" dirty="0"/>
              <a:t>datetime</a:t>
            </a:r>
            <a:r>
              <a:rPr lang="en-US" dirty="0"/>
              <a:t> — </a:t>
            </a:r>
            <a:r>
              <a:rPr lang="ru-RU" dirty="0"/>
              <a:t>работа с датами</a:t>
            </a:r>
            <a:r>
              <a:rPr lang="ru-RU" dirty="0" smtClean="0"/>
              <a:t>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06515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Структура проекта?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currency_rates.py </a:t>
            </a:r>
            <a:r>
              <a:rPr lang="en-US" dirty="0"/>
              <a:t>← </a:t>
            </a:r>
            <a:r>
              <a:rPr lang="ru-RU" dirty="0"/>
              <a:t>основной модуль (логика)</a:t>
            </a:r>
          </a:p>
          <a:p>
            <a:r>
              <a:rPr lang="en-US" dirty="0" smtClean="0"/>
              <a:t>main.p</a:t>
            </a:r>
            <a:r>
              <a:rPr lang="en-US" dirty="0"/>
              <a:t>y</a:t>
            </a:r>
            <a:r>
              <a:rPr lang="en-US" dirty="0" smtClean="0"/>
              <a:t> </a:t>
            </a:r>
            <a:r>
              <a:rPr lang="en-US" dirty="0"/>
              <a:t>← </a:t>
            </a:r>
            <a:r>
              <a:rPr lang="ru-RU" dirty="0"/>
              <a:t>главный файл (интерфейс</a:t>
            </a:r>
            <a:r>
              <a:rPr lang="ru-RU" dirty="0" smtClean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670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Логика конвертации?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ru-RU" b="1" dirty="0" smtClean="0"/>
              <a:t>Формула:</a:t>
            </a:r>
          </a:p>
          <a:p>
            <a:pPr marL="0" indent="0" algn="ctr">
              <a:buNone/>
            </a:pPr>
            <a:r>
              <a:rPr lang="ru-RU" dirty="0" smtClean="0"/>
              <a:t>сумма_в_валюте = курс</a:t>
            </a:r>
            <a:r>
              <a:rPr lang="en-US" dirty="0" smtClean="0"/>
              <a:t> </a:t>
            </a:r>
            <a:r>
              <a:rPr lang="ru-RU" dirty="0" smtClean="0"/>
              <a:t>/</a:t>
            </a:r>
            <a:r>
              <a:rPr lang="en-US" dirty="0" smtClean="0"/>
              <a:t> </a:t>
            </a:r>
            <a:r>
              <a:rPr lang="ru-RU" dirty="0" smtClean="0"/>
              <a:t>сумма_в_рублях​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91969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Взаимодействие с программой?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 smtClean="0"/>
              <a:t>Пример диалога:</a:t>
            </a:r>
          </a:p>
          <a:p>
            <a:pPr marL="0" indent="0">
              <a:buNone/>
            </a:pPr>
            <a:r>
              <a:rPr lang="ru-RU" dirty="0"/>
              <a:t>Введите, что вы хотите сделать (1 — Узнать курс на сегодня; 2 — Конвертер валют в рубли): 1</a:t>
            </a:r>
          </a:p>
          <a:p>
            <a:pPr marL="0" indent="0">
              <a:buNone/>
            </a:pPr>
            <a:r>
              <a:rPr lang="ru-RU" dirty="0"/>
              <a:t>Курсы валют на 06.04.2026:</a:t>
            </a:r>
          </a:p>
          <a:p>
            <a:pPr marL="0" indent="0">
              <a:buNone/>
            </a:pPr>
            <a:r>
              <a:rPr lang="ru-RU" dirty="0"/>
              <a:t>Доллар США (USD): 92.50 руб.</a:t>
            </a:r>
          </a:p>
          <a:p>
            <a:pPr marL="0" indent="0">
              <a:buNone/>
            </a:pPr>
            <a:r>
              <a:rPr lang="ru-RU" dirty="0"/>
              <a:t>Евро (EUR): 99.80 руб.</a:t>
            </a:r>
          </a:p>
          <a:p>
            <a:pPr marL="0" indent="0">
              <a:buNone/>
            </a:pPr>
            <a:r>
              <a:rPr lang="ru-RU" dirty="0"/>
              <a:t>Китайский юань (CNY): 12.75 руб.</a:t>
            </a:r>
          </a:p>
          <a:p>
            <a:pPr marL="0" indent="0">
              <a:buNone/>
            </a:pPr>
            <a:r>
              <a:rPr lang="ru-RU" dirty="0"/>
              <a:t>Фунт стерлингов (GBP): 115.20 руб.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52510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Устойчивость к </a:t>
            </a:r>
            <a:r>
              <a:rPr lang="ru-RU" dirty="0" smtClean="0"/>
              <a:t>ошибкам?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Типы ошибок и </a:t>
            </a:r>
            <a:r>
              <a:rPr lang="ru-RU" b="1" dirty="0" smtClean="0"/>
              <a:t>их решения</a:t>
            </a:r>
            <a:r>
              <a:rPr lang="ru-RU" b="1" dirty="0" smtClean="0"/>
              <a:t>:</a:t>
            </a:r>
          </a:p>
          <a:p>
            <a:pPr marL="0" indent="0">
              <a:buNone/>
            </a:pP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32939"/>
              </p:ext>
            </p:extLst>
          </p:nvPr>
        </p:nvGraphicFramePr>
        <p:xfrm>
          <a:off x="1141410" y="2800714"/>
          <a:ext cx="9906000" cy="3190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  <a:gridCol w="1981200"/>
                <a:gridCol w="1981200"/>
              </a:tblGrid>
              <a:tr h="1534803">
                <a:tc>
                  <a:txBody>
                    <a:bodyPr/>
                    <a:lstStyle/>
                    <a:p>
                      <a:r>
                        <a:rPr lang="ru-RU" dirty="0" smtClean="0"/>
                        <a:t>Ошибка: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Неверный ввод суммы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Проблемы с сетью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Отсутствие данных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Некорректный выбор в меню</a:t>
                      </a:r>
                      <a:endParaRPr lang="ru-RU" dirty="0"/>
                    </a:p>
                  </a:txBody>
                  <a:tcPr/>
                </a:tc>
              </a:tr>
              <a:tr h="1655380">
                <a:tc>
                  <a:txBody>
                    <a:bodyPr/>
                    <a:lstStyle/>
                    <a:p>
                      <a:r>
                        <a:rPr lang="ru-RU" dirty="0" smtClean="0"/>
                        <a:t>Решение: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/>
                        <a:t>try‑except </a:t>
                      </a:r>
                      <a:r>
                        <a:rPr lang="en-US" dirty="0" err="1" smtClean="0"/>
                        <a:t>ValueError</a:t>
                      </a:r>
                      <a:r>
                        <a:rPr 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 </a:t>
                      </a:r>
                      <a:r>
                        <a:rPr lang="en-US" dirty="0" err="1" smtClean="0"/>
                        <a:t>user_rubles</a:t>
                      </a:r>
                      <a:r>
                        <a:rPr lang="en-US" dirty="0" smtClean="0"/>
                        <a:t>()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таймаут 10 с и </a:t>
                      </a:r>
                      <a:r>
                        <a:rPr lang="en-US" dirty="0" err="1" smtClean="0"/>
                        <a:t>response.raise_for_status</a:t>
                      </a:r>
                      <a:r>
                        <a:rPr lang="en-US" dirty="0" smtClean="0"/>
                        <a:t>()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проверка </a:t>
                      </a:r>
                      <a:r>
                        <a:rPr lang="ru-RU" dirty="0" err="1" smtClean="0"/>
                        <a:t>if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rates</a:t>
                      </a:r>
                      <a:r>
                        <a:rPr lang="ru-RU" dirty="0" smtClean="0"/>
                        <a:t>: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перед использованием.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обработка </a:t>
                      </a:r>
                      <a:r>
                        <a:rPr lang="ru-RU" dirty="0" err="1" smtClean="0"/>
                        <a:t>ValueError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и вывод сообщения.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0684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Как запустить и использовать?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ru-RU" dirty="0"/>
              <a:t>Установите </a:t>
            </a:r>
            <a:r>
              <a:rPr lang="ru-RU" dirty="0" err="1"/>
              <a:t>Python</a:t>
            </a:r>
            <a:r>
              <a:rPr lang="ru-RU" dirty="0"/>
              <a:t> 3 и </a:t>
            </a:r>
            <a:r>
              <a:rPr lang="ru-RU" dirty="0" smtClean="0"/>
              <a:t>библиотеку </a:t>
            </a:r>
            <a:r>
              <a:rPr lang="en-US" dirty="0" smtClean="0"/>
              <a:t>“requests”</a:t>
            </a:r>
            <a:r>
              <a:rPr lang="ru-RU" dirty="0" smtClean="0"/>
              <a:t> (</a:t>
            </a:r>
            <a:r>
              <a:rPr lang="en-US" dirty="0"/>
              <a:t>pip install </a:t>
            </a:r>
            <a:r>
              <a:rPr lang="en-US" dirty="0" smtClean="0"/>
              <a:t>requests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Поместите </a:t>
            </a:r>
            <a:r>
              <a:rPr lang="ru-RU" dirty="0" smtClean="0"/>
              <a:t>файлы</a:t>
            </a:r>
            <a:r>
              <a:rPr lang="en-US" dirty="0" smtClean="0"/>
              <a:t> “currency_rates.py” </a:t>
            </a:r>
            <a:r>
              <a:rPr lang="ru-RU" dirty="0" smtClean="0"/>
              <a:t>и </a:t>
            </a:r>
            <a:r>
              <a:rPr lang="en-US" dirty="0" smtClean="0"/>
              <a:t>“main.py”</a:t>
            </a:r>
            <a:r>
              <a:rPr lang="ru-RU" dirty="0"/>
              <a:t> в одну папку</a:t>
            </a:r>
            <a:r>
              <a:rPr lang="ru-RU" dirty="0" smtClean="0"/>
              <a:t>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 smtClean="0"/>
              <a:t>Запустите файл </a:t>
            </a:r>
            <a:r>
              <a:rPr lang="en-US" dirty="0" smtClean="0"/>
              <a:t>“main.py”</a:t>
            </a:r>
            <a:r>
              <a:rPr lang="ru-RU" dirty="0" smtClean="0"/>
              <a:t>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 smtClean="0"/>
              <a:t>Выберите</a:t>
            </a:r>
            <a:r>
              <a:rPr lang="ru-RU" dirty="0"/>
              <a:t> действие в меню.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Введите сумму (если нужно).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Получите результат.</a:t>
            </a:r>
          </a:p>
          <a:p>
            <a:pPr marL="457200" indent="-457200">
              <a:buFont typeface="+mj-lt"/>
              <a:buAutoNum type="arabicParenR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0337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Аналоги?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13" y="2818013"/>
            <a:ext cx="4054571" cy="2499359"/>
          </a:xfrm>
        </p:spPr>
      </p:pic>
      <p:sp>
        <p:nvSpPr>
          <p:cNvPr id="5" name="Прямоугольник 4"/>
          <p:cNvSpPr/>
          <p:nvPr/>
        </p:nvSpPr>
        <p:spPr>
          <a:xfrm>
            <a:off x="2383868" y="2363184"/>
            <a:ext cx="14927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-apple-system"/>
              </a:rPr>
              <a:t>XE Currency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26" y="2818013"/>
            <a:ext cx="4651585" cy="2499359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7334347" y="2363184"/>
            <a:ext cx="27745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OANDA Currency Converter</a:t>
            </a:r>
          </a:p>
        </p:txBody>
      </p:sp>
    </p:spTree>
    <p:extLst>
      <p:ext uri="{BB962C8B-B14F-4D97-AF65-F5344CB8AC3E}">
        <p14:creationId xmlns:p14="http://schemas.microsoft.com/office/powerpoint/2010/main" val="3359091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Целевая аудитория?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ru-RU" dirty="0" smtClean="0"/>
              <a:t>Всевозможные банки;</a:t>
            </a:r>
          </a:p>
          <a:p>
            <a:r>
              <a:rPr lang="ru-RU" dirty="0" smtClean="0"/>
              <a:t>Сайты для обмена валют;</a:t>
            </a:r>
          </a:p>
          <a:p>
            <a:r>
              <a:rPr lang="ru-RU" dirty="0" smtClean="0"/>
              <a:t>Обычные пользователи;</a:t>
            </a:r>
          </a:p>
          <a:p>
            <a:r>
              <a:rPr lang="ru-RU" dirty="0"/>
              <a:t>Бизнес и </a:t>
            </a:r>
            <a:r>
              <a:rPr lang="ru-RU" dirty="0" smtClean="0"/>
              <a:t>предприниматели;</a:t>
            </a:r>
          </a:p>
          <a:p>
            <a:r>
              <a:rPr lang="ru-RU" dirty="0" smtClean="0"/>
              <a:t>Инвесторы;</a:t>
            </a:r>
          </a:p>
          <a:p>
            <a:r>
              <a:rPr lang="ru-RU" dirty="0"/>
              <a:t>Финансовые </a:t>
            </a:r>
            <a:r>
              <a:rPr lang="ru-RU" dirty="0" smtClean="0"/>
              <a:t>специалисты;</a:t>
            </a:r>
          </a:p>
          <a:p>
            <a:r>
              <a:rPr lang="ru-RU" dirty="0"/>
              <a:t>Переводчики и </a:t>
            </a:r>
            <a:r>
              <a:rPr lang="ru-RU" dirty="0" smtClean="0"/>
              <a:t>лингвисты;</a:t>
            </a:r>
            <a:endParaRPr lang="ru-RU" dirty="0"/>
          </a:p>
          <a:p>
            <a:r>
              <a:rPr lang="ru-RU" dirty="0" smtClean="0"/>
              <a:t>Криптоэнтузиасты;</a:t>
            </a:r>
          </a:p>
          <a:p>
            <a:r>
              <a:rPr lang="ru-RU" dirty="0" smtClean="0"/>
              <a:t>Геймеры;</a:t>
            </a:r>
          </a:p>
          <a:p>
            <a:r>
              <a:rPr lang="ru-RU" dirty="0" smtClean="0"/>
              <a:t>Коллекционеры;</a:t>
            </a:r>
          </a:p>
          <a:p>
            <a:r>
              <a:rPr lang="ru-RU" dirty="0"/>
              <a:t>Организаторы </a:t>
            </a:r>
            <a:r>
              <a:rPr lang="ru-RU" dirty="0" smtClean="0"/>
              <a:t>мероприятий;</a:t>
            </a:r>
            <a:endParaRPr lang="ru-RU" dirty="0"/>
          </a:p>
          <a:p>
            <a:endParaRPr lang="ru-RU" dirty="0"/>
          </a:p>
          <a:p>
            <a:endParaRPr lang="ru-RU" dirty="0" smtClean="0"/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05322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 и </a:t>
            </a:r>
            <a:r>
              <a:rPr lang="ru-RU" dirty="0" smtClean="0"/>
              <a:t>возможные перспективы?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/>
              <a:t>Что сделано:</a:t>
            </a:r>
            <a:endParaRPr lang="ru-RU" dirty="0"/>
          </a:p>
          <a:p>
            <a:r>
              <a:rPr lang="ru-RU" dirty="0"/>
              <a:t>создан конвертер валют с актуальными курсами ЦБ РФ;</a:t>
            </a:r>
          </a:p>
          <a:p>
            <a:r>
              <a:rPr lang="ru-RU" dirty="0"/>
              <a:t>реализован консольный интерфейс;</a:t>
            </a:r>
          </a:p>
          <a:p>
            <a:r>
              <a:rPr lang="ru-RU" dirty="0"/>
              <a:t>обеспечена устойчивость к </a:t>
            </a:r>
            <a:r>
              <a:rPr lang="ru-RU" dirty="0" smtClean="0"/>
              <a:t>ошибкам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 smtClean="0"/>
              <a:t>Возможные</a:t>
            </a:r>
            <a:r>
              <a:rPr lang="ru-RU" b="1" dirty="0"/>
              <a:t> расширения: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добавление других валют;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сохранение истории курсов;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графический интерфейс (GUI);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 smtClean="0"/>
              <a:t>веб‑версия;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уведомления об изменении курса.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38634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5593596"/>
          </a:xfrm>
        </p:spPr>
        <p:txBody>
          <a:bodyPr>
            <a:normAutofit/>
          </a:bodyPr>
          <a:lstStyle/>
          <a:p>
            <a:pPr algn="ctr"/>
            <a:r>
              <a:rPr lang="ru-RU" sz="9600" dirty="0" smtClean="0"/>
              <a:t>?ВОПРОСЫ</a:t>
            </a:r>
            <a:r>
              <a:rPr lang="ru-RU" sz="9600" dirty="0"/>
              <a:t>?</a:t>
            </a:r>
            <a:r>
              <a:rPr lang="ru-RU" sz="9600" dirty="0" smtClean="0"/>
              <a:t/>
            </a:r>
            <a:br>
              <a:rPr lang="ru-RU" sz="9600" dirty="0" smtClean="0"/>
            </a:b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1070214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6500" b="1" dirty="0" smtClean="0"/>
              <a:t>!!СПАСИБО ЗА ВНИМАНИЕ!!</a:t>
            </a:r>
            <a:endParaRPr lang="ru-RU" sz="6500" b="1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/>
              <a:t>Автор проекта</a:t>
            </a:r>
            <a:r>
              <a:rPr lang="ru-RU" b="1" dirty="0" smtClean="0"/>
              <a:t>: Власов Александр Олегович</a:t>
            </a:r>
          </a:p>
          <a:p>
            <a:pPr marL="0" indent="0">
              <a:buNone/>
            </a:pPr>
            <a:r>
              <a:rPr lang="ru-RU" b="1" dirty="0"/>
              <a:t>Электронная почта</a:t>
            </a:r>
            <a:r>
              <a:rPr lang="ru-RU" b="1" dirty="0" smtClean="0"/>
              <a:t>: </a:t>
            </a:r>
            <a:endParaRPr lang="en-US" b="1" dirty="0" smtClean="0"/>
          </a:p>
          <a:p>
            <a:r>
              <a:rPr lang="en-US" b="1" dirty="0" smtClean="0">
                <a:hlinkClick r:id="rId2"/>
              </a:rPr>
              <a:t>hooligan.rut@gmail.com</a:t>
            </a:r>
            <a:endParaRPr lang="en-US" b="1" dirty="0" smtClean="0"/>
          </a:p>
          <a:p>
            <a:r>
              <a:rPr lang="en-US" b="1" dirty="0" smtClean="0">
                <a:hlinkClick r:id="rId3"/>
              </a:rPr>
              <a:t>vlasovalexanderr@gmail.com</a:t>
            </a:r>
            <a:endParaRPr lang="en-US" dirty="0" smtClean="0"/>
          </a:p>
          <a:p>
            <a:r>
              <a:rPr lang="en-US" b="1" dirty="0">
                <a:hlinkClick r:id="rId4"/>
              </a:rPr>
              <a:t>vlasovalexanderr@yandex.ru</a:t>
            </a:r>
            <a:endParaRPr lang="en-US" b="1" dirty="0"/>
          </a:p>
          <a:p>
            <a:pPr marL="0" indent="0">
              <a:buNone/>
            </a:pPr>
            <a:r>
              <a:rPr lang="ru-RU" b="1" dirty="0" smtClean="0"/>
              <a:t>Этот проект на </a:t>
            </a:r>
            <a:r>
              <a:rPr lang="en-US" b="1" dirty="0" err="1" smtClean="0"/>
              <a:t>GitHub</a:t>
            </a:r>
            <a:r>
              <a:rPr lang="en-US" b="1" dirty="0" smtClean="0"/>
              <a:t>:</a:t>
            </a:r>
            <a:r>
              <a:rPr lang="ru-RU" b="1" dirty="0" smtClean="0"/>
              <a:t> </a:t>
            </a:r>
            <a:r>
              <a:rPr lang="en-US" dirty="0" smtClean="0">
                <a:hlinkClick r:id="rId5"/>
              </a:rPr>
              <a:t>https://github.com/BlackPaganYT/Currency_Rates</a:t>
            </a:r>
            <a:endParaRPr lang="ru-RU" dirty="0" smtClean="0"/>
          </a:p>
          <a:p>
            <a:pPr marL="0" indent="0">
              <a:buNone/>
            </a:pPr>
            <a:r>
              <a:rPr lang="ru-RU" b="1" dirty="0"/>
              <a:t>Телефон</a:t>
            </a:r>
            <a:r>
              <a:rPr lang="ru-RU" b="1" dirty="0" smtClean="0"/>
              <a:t>: +7 995 315 </a:t>
            </a:r>
            <a:r>
              <a:rPr lang="ru-RU" b="1" dirty="0" smtClean="0"/>
              <a:t>91-89</a:t>
            </a:r>
            <a:endParaRPr lang="en-US" b="1" dirty="0" smtClean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2814638"/>
            <a:ext cx="343134" cy="34313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2300492"/>
            <a:ext cx="343134" cy="34313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331" y="4795731"/>
            <a:ext cx="341419" cy="34141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5289549"/>
            <a:ext cx="343134" cy="343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605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TM04033919[[fn=Контур]]</Template>
  <TotalTime>197</TotalTime>
  <Words>156</Words>
  <Application>Microsoft Office PowerPoint</Application>
  <PresentationFormat>Широкоэкранный</PresentationFormat>
  <Paragraphs>82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-apple-system</vt:lpstr>
      <vt:lpstr>Arial</vt:lpstr>
      <vt:lpstr>Trebuchet MS</vt:lpstr>
      <vt:lpstr>Tw Cen MT</vt:lpstr>
      <vt:lpstr>Контур</vt:lpstr>
      <vt:lpstr>currency converter</vt:lpstr>
      <vt:lpstr>Что должен уметь проект?</vt:lpstr>
      <vt:lpstr>Что использовано?</vt:lpstr>
      <vt:lpstr>Структура проекта?</vt:lpstr>
      <vt:lpstr>Логика конвертации?</vt:lpstr>
      <vt:lpstr>Взаимодействие с программой?</vt:lpstr>
      <vt:lpstr>Устойчивость к ошибкам?</vt:lpstr>
      <vt:lpstr>Как запустить и использовать?</vt:lpstr>
      <vt:lpstr>Аналоги?</vt:lpstr>
      <vt:lpstr>Целевая аудитория?</vt:lpstr>
      <vt:lpstr>Итоги и возможные перспективы?</vt:lpstr>
      <vt:lpstr>?ВОПРОСЫ? </vt:lpstr>
      <vt:lpstr>!!СПАСИБО ЗА ВНИМАНИЕ!!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Конвертер валют</dc:title>
  <dc:creator>Учетная запись Майкрософт</dc:creator>
  <cp:lastModifiedBy>Учетная запись Майкрософт</cp:lastModifiedBy>
  <cp:revision>21</cp:revision>
  <dcterms:created xsi:type="dcterms:W3CDTF">2026-04-06T12:25:46Z</dcterms:created>
  <dcterms:modified xsi:type="dcterms:W3CDTF">2026-04-25T03:21:50Z</dcterms:modified>
</cp:coreProperties>
</file>